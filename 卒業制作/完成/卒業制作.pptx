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35" d="100"/>
          <a:sy n="35" d="100"/>
        </p:scale>
        <p:origin x="84" y="1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793BF5-AF39-E2A8-FDB2-B5706C3D8F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A020B84-4A45-FDFB-940D-DC69D10F2A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4D2146D-A4EC-5DF8-3483-BBCDC0534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13A27-6B67-45DC-8F94-32182CC35D8C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B36233B-0274-6EC7-16E9-392B349FF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2D6E6B-AF9B-8C3E-347A-DE9266A63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F0ABD-FD00-430B-8C2D-DBA52A11DA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3174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08416A-C6E6-E5B3-EBB0-0B2996D31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4051C67-22A8-A98D-DEEE-444EF11B5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274CA9-9D23-8A5D-E668-213332428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13A27-6B67-45DC-8F94-32182CC35D8C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50E9F74-6E2F-366C-8048-A04D9C4E5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76CF81A-32F1-56F8-EDA6-A7A49A0B3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F0ABD-FD00-430B-8C2D-DBA52A11DA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5902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D26B40-52D1-1099-DF96-74B9FA440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F090535-452B-20DA-F24E-519325C11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CE497A-9FA6-CECD-0234-E2419A94D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13A27-6B67-45DC-8F94-32182CC35D8C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079E7D7-78A3-5D78-007F-775CE3DD7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6EB153-0453-79E6-2E3D-2419BCD8C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F0ABD-FD00-430B-8C2D-DBA52A11DA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790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2EAAC4-78EC-DB2A-D16D-6FD201969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8019FBD-57BC-2FCE-B32A-AAD1694A3B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FB3E1F9-ED87-61BC-73A1-A069DC5988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34775DB-40AC-C9A1-BC82-4F9511D1F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13A27-6B67-45DC-8F94-32182CC35D8C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6DEF793-D305-C3ED-0BBB-7991F8E47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AB748C1-C326-0B82-A7CB-4D3A076B8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F0ABD-FD00-430B-8C2D-DBA52A11DA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7477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382F21-363E-11FC-42A5-2BAFEBB74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E2D73ED-B22A-A20D-1A84-E5188B1398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D789D32-F757-39AD-797E-28A7E2A96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0CA9E25-CF95-5C92-EDEC-2C27156DBF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46972BD-BCF8-5B69-C492-84ADA79B07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8E812AB-9CF7-E9E5-A756-51244489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13A27-6B67-45DC-8F94-32182CC35D8C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C38DAEF-31EA-1244-89B8-A1BE4A1DC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A209C4F-6F1C-9632-C8D9-5627DEC3C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F0ABD-FD00-430B-8C2D-DBA52A11DA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884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15907C-7DEB-49C6-2FBB-A72B9246D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5835733-ABE7-7866-722C-B1502F903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13A27-6B67-45DC-8F94-32182CC35D8C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224590E-30B0-EB69-DA72-A8B6AA59A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054ECF3-CE44-14AC-7509-0402F9D27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F0ABD-FD00-430B-8C2D-DBA52A11DA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9841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6A4F928-0426-2213-6F35-BEA97DF13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13A27-6B67-45DC-8F94-32182CC35D8C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BACB886-82A9-7356-4330-1B52C24CA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F893EE7-3D7B-D354-CB1E-976C9B9EE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F0ABD-FD00-430B-8C2D-DBA52A11DA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011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0F9EC5-BF17-1E88-7890-3EEF0B33D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57F3294-5F92-CB1C-6A21-E827FE2EE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632B815-5598-9179-4C36-88EDF27A3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BA059FD-DDC0-737E-B6ED-EA86DCF9A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13A27-6B67-45DC-8F94-32182CC35D8C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06D2B5C-E86B-8043-4217-6F5350938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2AA8B82-C81D-4CBD-114E-9E0A6C4A4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F0ABD-FD00-430B-8C2D-DBA52A11DA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936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56AE54-CC87-BAC9-FB49-A872FE0DD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55BE5C1-DB62-7947-5729-28C7159DF2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66311C1-06B5-FC0B-9F09-F36195684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F92D618-8AEB-1EA6-F5E6-02E49DB4C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13A27-6B67-45DC-8F94-32182CC35D8C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3E5F729-4D44-82CA-A7B5-0BD05125F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1C06E73-E04F-EBD6-43D9-6F61EC2C4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F0ABD-FD00-430B-8C2D-DBA52A11DA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9206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165EC3-892F-1AD1-0363-A40294250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40BE350-D298-A260-5E30-34FBCB7ED6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170CD9A-4D7F-BB54-0981-AE5C11672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13A27-6B67-45DC-8F94-32182CC35D8C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CBED63B-0F37-8ADB-F2C3-FA8B1150B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3DB5EEF-CF22-A8BE-365B-D5A23A62F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F0ABD-FD00-430B-8C2D-DBA52A11DA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1400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186EA92-B0F6-B05C-EAC4-122AB6C057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1E375B6-ED04-B455-9DE1-09036A3A6C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BF9AD2-0AC8-35CA-6FA9-367FCDB1B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13A27-6B67-45DC-8F94-32182CC35D8C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BD1120-C552-07AA-2805-7B3D3A147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FB97FC-2ACC-C79F-1133-EF7FACEB3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F0ABD-FD00-430B-8C2D-DBA52A11DA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2426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39E0F23-F50D-253E-2EA1-14DC186F7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F54A3ED-78BF-9FD8-0619-012A764B4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6185EB1-0FBA-A7B3-1435-ECFE5B3EBD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F13A27-6B67-45DC-8F94-32182CC35D8C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FB0823-1B4E-5FF3-DBD5-D8D1D7AA23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F443B5D-B3B2-3864-4D9D-8337ADF8A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EF0ABD-FD00-430B-8C2D-DBA52A11DA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9949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C91DF805-A57E-4797-3F59-F9CCB157C2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882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A53F9A70-6DF4-1364-D34E-5D4E8AB5E9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545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D284685-9CDD-7F1A-5D25-A22EA57772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219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08D299A-982E-71E7-DA99-90D38DB6D5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993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ワイド画面</PresentationFormat>
  <Paragraphs>0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た い</dc:creator>
  <cp:lastModifiedBy>た い</cp:lastModifiedBy>
  <cp:revision>1</cp:revision>
  <dcterms:created xsi:type="dcterms:W3CDTF">2026-07-07T14:05:47Z</dcterms:created>
  <dcterms:modified xsi:type="dcterms:W3CDTF">2026-07-07T14:07:27Z</dcterms:modified>
</cp:coreProperties>
</file>